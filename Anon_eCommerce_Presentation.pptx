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145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Anon – eCommerce Website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Modern &amp; Responsive Shopping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7164" y="5347855"/>
            <a:ext cx="41748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Md.Zaid</a:t>
            </a:r>
            <a:r>
              <a:rPr lang="en-US" dirty="0" smtClean="0"/>
              <a:t> -2401201061</a:t>
            </a:r>
          </a:p>
          <a:p>
            <a:r>
              <a:rPr lang="en-US" dirty="0" err="1" smtClean="0"/>
              <a:t>Sohail</a:t>
            </a:r>
            <a:r>
              <a:rPr lang="en-US" dirty="0" smtClean="0"/>
              <a:t> Khan – 2401201080</a:t>
            </a:r>
          </a:p>
          <a:p>
            <a:r>
              <a:rPr lang="en-US" dirty="0" err="1" smtClean="0"/>
              <a:t>Nitish</a:t>
            </a:r>
            <a:r>
              <a:rPr lang="en-US" dirty="0" smtClean="0"/>
              <a:t> Kumar Singh - 2401201090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Website Purpose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Provide an intuitive online shopping platform</a:t>
            </a:r>
          </a:p>
          <a:p>
            <a:r>
              <a:t>- Product categories: electronics, fashion, jewelry, cosmetics, and more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Responsive design</a:t>
            </a:r>
          </a:p>
          <a:p>
            <a:r>
              <a:t>- Product filtering and categories</a:t>
            </a:r>
          </a:p>
          <a:p>
            <a:r>
              <a:t>- Subscription modal</a:t>
            </a:r>
          </a:p>
          <a:p>
            <a:r>
              <a:t>- Shopping cart, wishlist, and user account actions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Header &amp; Navigation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Social media integration</a:t>
            </a:r>
          </a:p>
          <a:p>
            <a:r>
              <a:t>- Multi-language and currency support</a:t>
            </a:r>
          </a:p>
          <a:p>
            <a:r>
              <a:t>- Search bar and user action icons</a:t>
            </a:r>
          </a:p>
          <a:p>
            <a:r>
              <a:t>- Dropdown menus for main categories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Banner 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Carousel with promotional banners</a:t>
            </a:r>
          </a:p>
          <a:p>
            <a:r>
              <a:t>- 'Shop Now' calls to action</a:t>
            </a:r>
          </a:p>
          <a:p>
            <a:r>
              <a:t>- Visual highlights of sales and trends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Categories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Scrollable category icons (e.g., Dress &amp; Frock, Winter Wear)</a:t>
            </a:r>
          </a:p>
          <a:p>
            <a:r>
              <a:t>- Links to 'Show all' items per category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Showcases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Sections: New Arrivals, Best Sellers, Top Rated, Trending</a:t>
            </a:r>
          </a:p>
          <a:p>
            <a:r>
              <a:t>- Ratings, discounts, and price visibility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Sidebar Filters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Expandable accordion-style menus</a:t>
            </a:r>
          </a:p>
          <a:p>
            <a:r>
              <a:t>- Category-wise stock indicators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Footer &amp; Mobile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Mobile-friendly bottom navigation</a:t>
            </a:r>
          </a:p>
          <a:p>
            <a:r>
              <a:t>- Newsletter modal</a:t>
            </a:r>
          </a:p>
          <a:p>
            <a:r>
              <a:t>- Social media links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Font: Google Fonts 'Poppins'</a:t>
            </a:r>
          </a:p>
          <a:p>
            <a:r>
              <a:t>- Icons: Ionicons</a:t>
            </a:r>
          </a:p>
          <a:p>
            <a:r>
              <a:t>- Custom CSS for styling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204</Words>
  <Application>Microsoft Office PowerPoint</Application>
  <PresentationFormat>On-screen Show (4:3)</PresentationFormat>
  <Paragraphs>39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Anon – eCommerce Website</vt:lpstr>
      <vt:lpstr>Website Purpose</vt:lpstr>
      <vt:lpstr>Core Features</vt:lpstr>
      <vt:lpstr>Header &amp; Navigation</vt:lpstr>
      <vt:lpstr>Banner Section</vt:lpstr>
      <vt:lpstr>Product Categories</vt:lpstr>
      <vt:lpstr>Product Showcases</vt:lpstr>
      <vt:lpstr>Sidebar Filters</vt:lpstr>
      <vt:lpstr>Footer &amp; Mobile Features</vt:lpstr>
      <vt:lpstr>Design Notes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Anon – eCommerce Website</dc:title>
  <dc:subject/>
  <dc:creator>Md Zaid</dc:creator>
  <cp:keywords/>
  <dc:description>generated using python-pptx</dc:description>
  <cp:lastModifiedBy>hi</cp:lastModifiedBy>
  <cp:revision>2</cp:revision>
  <dcterms:created xsi:type="dcterms:W3CDTF">2013-01-27T09:14:16Z</dcterms:created>
  <dcterms:modified xsi:type="dcterms:W3CDTF">2025-04-30T20:23:09Z</dcterms:modified>
  <cp:category/>
</cp:coreProperties>
</file>